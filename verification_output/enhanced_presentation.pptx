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smart ovens are changing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massive growth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a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2540000"/>
            <a:ext cx="137414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6000" b="1">
                <a:solidFill>
                  <a:srgbClr val="FF3366"/>
                </a:solidFill>
                <a:latin typeface="Verdana"/>
              </a:defRPr>
            </a:pPr>
            <a:r>
              <a:rPr i="0" sz="6000" b="1">
                <a:solidFill>
                  <a:srgbClr val="FF3366"/>
                </a:solidFill>
                <a:latin typeface="Verdana"/>
              </a:rPr>
              <a:t>Future of AI in Baking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5080000"/>
            <a:ext cx="137414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400" b="0">
                <a:solidFill>
                  <a:srgbClr val="663399"/>
                </a:solidFill>
                <a:latin typeface="Verdana"/>
              </a:defRPr>
            </a:pPr>
            <a:r>
              <a:rPr i="0" sz="2400" b="0">
                <a:solidFill>
                  <a:srgbClr val="663399"/>
                </a:solidFill>
                <a:latin typeface="Verdana"/>
              </a:rPr>
              <a:t>Generated by Spark2Scale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FF3366"/>
                </a:solidFill>
                <a:latin typeface="Verdana"/>
              </a:defRPr>
            </a:pPr>
            <a:r>
              <a:rPr i="0" sz="4000" b="1">
                <a:solidFill>
                  <a:srgbClr val="FF3366"/>
                </a:solidFill>
                <a:latin typeface="Verdana"/>
              </a:rPr>
              <a:t>The Rise of Smart Ovens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778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AI-controlled temperature regulation.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Automatic bread sensing.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Energy efficiency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FF3366"/>
                </a:solidFill>
                <a:latin typeface="Verdana"/>
              </a:defRPr>
            </a:pPr>
            <a:r>
              <a:rPr i="0" sz="4000" b="1">
                <a:solidFill>
                  <a:srgbClr val="FF3366"/>
                </a:solidFill>
                <a:latin typeface="Verdana"/>
              </a:rPr>
              <a:t>Market Growth</a:t>
            </a:r>
          </a:p>
        </p:txBody>
      </p:sp>
      <p:pic>
        <p:nvPicPr>
          <p:cNvPr id="3" name="Picture 2" descr="3d52683e-8e57-42a2-a333-414da7316f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1778000"/>
            <a:ext cx="6350000" cy="5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000" y="1778000"/>
            <a:ext cx="7645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50% year-over-year growth.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Adoption in both commercial and home kitchens.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Projected market size of $5B by 2030.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FF3366"/>
                </a:solidFill>
                <a:latin typeface="Verdana"/>
              </a:defRPr>
            </a:pPr>
            <a:r>
              <a:rPr i="0" sz="4000" b="1">
                <a:solidFill>
                  <a:srgbClr val="FF3366"/>
                </a:solidFill>
                <a:latin typeface="Verdan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778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AI is essential for modern baking.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Invest now to stay ahead.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i="0" sz="2400" b="0">
                <a:solidFill>
                  <a:srgbClr val="333333"/>
                </a:solidFill>
                <a:latin typeface="Verdana"/>
              </a:defRPr>
            </a:pPr>
            <a:r>
              <a:rPr i="0" sz="2400" b="0">
                <a:solidFill>
                  <a:srgbClr val="333333"/>
                </a:solidFill>
                <a:latin typeface="Verdana"/>
              </a:rPr>
              <a:t>• The future is delicious.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